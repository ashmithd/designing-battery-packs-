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62" r:id="rId2"/>
    <p:sldId id="260" r:id="rId3"/>
    <p:sldId id="282" r:id="rId4"/>
    <p:sldId id="277" r:id="rId5"/>
    <p:sldId id="285" r:id="rId6"/>
    <p:sldId id="283" r:id="rId7"/>
    <p:sldId id="296" r:id="rId8"/>
    <p:sldId id="299" r:id="rId9"/>
    <p:sldId id="290" r:id="rId10"/>
    <p:sldId id="293" r:id="rId11"/>
    <p:sldId id="298" r:id="rId12"/>
    <p:sldId id="291" r:id="rId13"/>
    <p:sldId id="294" r:id="rId14"/>
    <p:sldId id="295" r:id="rId15"/>
    <p:sldId id="297" r:id="rId16"/>
    <p:sldId id="28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42424"/>
    <a:srgbClr val="B6C8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CA4A06-EB68-4327-82B7-5585EE681471}" v="19" dt="2025-06-11T07:19:50.81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2" autoAdjust="0"/>
    <p:restoredTop sz="95020" autoAdjust="0"/>
  </p:normalViewPr>
  <p:slideViewPr>
    <p:cSldViewPr snapToGrid="0">
      <p:cViewPr>
        <p:scale>
          <a:sx n="134" d="100"/>
          <a:sy n="134" d="100"/>
        </p:scale>
        <p:origin x="-1736" y="-15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ooja patil" userId="4685d63e9e9ee618" providerId="LiveId" clId="{41CA4A06-EB68-4327-82B7-5585EE681471}"/>
    <pc:docChg chg="undo custSel addSld delSld modSld sldOrd">
      <pc:chgData name="pooja patil" userId="4685d63e9e9ee618" providerId="LiveId" clId="{41CA4A06-EB68-4327-82B7-5585EE681471}" dt="2025-06-11T08:11:23.319" v="528" actId="1076"/>
      <pc:docMkLst>
        <pc:docMk/>
      </pc:docMkLst>
      <pc:sldChg chg="modSp mod">
        <pc:chgData name="pooja patil" userId="4685d63e9e9ee618" providerId="LiveId" clId="{41CA4A06-EB68-4327-82B7-5585EE681471}" dt="2025-06-11T06:49:08.538" v="291" actId="123"/>
        <pc:sldMkLst>
          <pc:docMk/>
          <pc:sldMk cId="0" sldId="260"/>
        </pc:sldMkLst>
        <pc:spChg chg="mod">
          <ac:chgData name="pooja patil" userId="4685d63e9e9ee618" providerId="LiveId" clId="{41CA4A06-EB68-4327-82B7-5585EE681471}" dt="2025-06-11T06:48:15.677" v="286" actId="255"/>
          <ac:spMkLst>
            <pc:docMk/>
            <pc:sldMk cId="0" sldId="260"/>
            <ac:spMk id="2" creationId="{00000000-0000-0000-0000-000000000000}"/>
          </ac:spMkLst>
        </pc:spChg>
        <pc:spChg chg="mod">
          <ac:chgData name="pooja patil" userId="4685d63e9e9ee618" providerId="LiveId" clId="{41CA4A06-EB68-4327-82B7-5585EE681471}" dt="2025-06-11T06:49:08.538" v="291" actId="123"/>
          <ac:spMkLst>
            <pc:docMk/>
            <pc:sldMk cId="0" sldId="260"/>
            <ac:spMk id="3" creationId="{00000000-0000-0000-0000-000000000000}"/>
          </ac:spMkLst>
        </pc:spChg>
      </pc:sldChg>
      <pc:sldChg chg="addSp modSp mod">
        <pc:chgData name="pooja patil" userId="4685d63e9e9ee618" providerId="LiveId" clId="{41CA4A06-EB68-4327-82B7-5585EE681471}" dt="2025-05-23T08:50:39.024" v="105" actId="255"/>
        <pc:sldMkLst>
          <pc:docMk/>
          <pc:sldMk cId="0" sldId="262"/>
        </pc:sldMkLst>
        <pc:spChg chg="mod">
          <ac:chgData name="pooja patil" userId="4685d63e9e9ee618" providerId="LiveId" clId="{41CA4A06-EB68-4327-82B7-5585EE681471}" dt="2025-05-23T08:49:58.286" v="100" actId="20577"/>
          <ac:spMkLst>
            <pc:docMk/>
            <pc:sldMk cId="0" sldId="262"/>
            <ac:spMk id="3" creationId="{00000000-0000-0000-0000-000000000000}"/>
          </ac:spMkLst>
        </pc:spChg>
        <pc:spChg chg="add mod">
          <ac:chgData name="pooja patil" userId="4685d63e9e9ee618" providerId="LiveId" clId="{41CA4A06-EB68-4327-82B7-5585EE681471}" dt="2025-05-23T08:49:20.176" v="69" actId="1076"/>
          <ac:spMkLst>
            <pc:docMk/>
            <pc:sldMk cId="0" sldId="262"/>
            <ac:spMk id="5" creationId="{75B2E5E0-6A11-0DE7-7C31-F4DB7823DC0B}"/>
          </ac:spMkLst>
        </pc:spChg>
        <pc:graphicFrameChg chg="mod modGraphic">
          <ac:chgData name="pooja patil" userId="4685d63e9e9ee618" providerId="LiveId" clId="{41CA4A06-EB68-4327-82B7-5585EE681471}" dt="2025-05-23T08:50:39.024" v="105" actId="255"/>
          <ac:graphicFrameMkLst>
            <pc:docMk/>
            <pc:sldMk cId="0" sldId="262"/>
            <ac:graphicFrameMk id="2" creationId="{00000000-0000-0000-0000-000000000000}"/>
          </ac:graphicFrameMkLst>
        </pc:graphicFrameChg>
      </pc:sldChg>
      <pc:sldChg chg="modSp mod">
        <pc:chgData name="pooja patil" userId="4685d63e9e9ee618" providerId="LiveId" clId="{41CA4A06-EB68-4327-82B7-5585EE681471}" dt="2025-06-11T07:14:20.574" v="470" actId="123"/>
        <pc:sldMkLst>
          <pc:docMk/>
          <pc:sldMk cId="0" sldId="277"/>
        </pc:sldMkLst>
        <pc:spChg chg="mod">
          <ac:chgData name="pooja patil" userId="4685d63e9e9ee618" providerId="LiveId" clId="{41CA4A06-EB68-4327-82B7-5585EE681471}" dt="2025-06-11T06:48:04.129" v="285" actId="255"/>
          <ac:spMkLst>
            <pc:docMk/>
            <pc:sldMk cId="0" sldId="277"/>
            <ac:spMk id="2" creationId="{00000000-0000-0000-0000-000000000000}"/>
          </ac:spMkLst>
        </pc:spChg>
        <pc:spChg chg="mod">
          <ac:chgData name="pooja patil" userId="4685d63e9e9ee618" providerId="LiveId" clId="{41CA4A06-EB68-4327-82B7-5585EE681471}" dt="2025-06-11T07:14:20.574" v="470" actId="123"/>
          <ac:spMkLst>
            <pc:docMk/>
            <pc:sldMk cId="0" sldId="277"/>
            <ac:spMk id="3" creationId="{00000000-0000-0000-0000-000000000000}"/>
          </ac:spMkLst>
        </pc:spChg>
        <pc:picChg chg="mod">
          <ac:chgData name="pooja patil" userId="4685d63e9e9ee618" providerId="LiveId" clId="{41CA4A06-EB68-4327-82B7-5585EE681471}" dt="2025-06-11T06:58:36.548" v="326" actId="14100"/>
          <ac:picMkLst>
            <pc:docMk/>
            <pc:sldMk cId="0" sldId="277"/>
            <ac:picMk id="4" creationId="{00000000-0000-0000-0000-000000000000}"/>
          </ac:picMkLst>
        </pc:picChg>
      </pc:sldChg>
      <pc:sldChg chg="modSp mod">
        <pc:chgData name="pooja patil" userId="4685d63e9e9ee618" providerId="LiveId" clId="{41CA4A06-EB68-4327-82B7-5585EE681471}" dt="2025-06-11T06:49:28.939" v="294" actId="123"/>
        <pc:sldMkLst>
          <pc:docMk/>
          <pc:sldMk cId="0" sldId="282"/>
        </pc:sldMkLst>
        <pc:spChg chg="mod">
          <ac:chgData name="pooja patil" userId="4685d63e9e9ee618" providerId="LiveId" clId="{41CA4A06-EB68-4327-82B7-5585EE681471}" dt="2025-06-11T06:49:21.134" v="292" actId="255"/>
          <ac:spMkLst>
            <pc:docMk/>
            <pc:sldMk cId="0" sldId="282"/>
            <ac:spMk id="2" creationId="{00000000-0000-0000-0000-000000000000}"/>
          </ac:spMkLst>
        </pc:spChg>
        <pc:spChg chg="mod">
          <ac:chgData name="pooja patil" userId="4685d63e9e9ee618" providerId="LiveId" clId="{41CA4A06-EB68-4327-82B7-5585EE681471}" dt="2025-06-11T06:49:28.939" v="294" actId="123"/>
          <ac:spMkLst>
            <pc:docMk/>
            <pc:sldMk cId="0" sldId="282"/>
            <ac:spMk id="3" creationId="{00000000-0000-0000-0000-000000000000}"/>
          </ac:spMkLst>
        </pc:spChg>
      </pc:sldChg>
      <pc:sldChg chg="addSp delSp modSp mod">
        <pc:chgData name="pooja patil" userId="4685d63e9e9ee618" providerId="LiveId" clId="{41CA4A06-EB68-4327-82B7-5585EE681471}" dt="2025-06-11T07:27:47.233" v="518" actId="5793"/>
        <pc:sldMkLst>
          <pc:docMk/>
          <pc:sldMk cId="0" sldId="283"/>
        </pc:sldMkLst>
        <pc:spChg chg="mod">
          <ac:chgData name="pooja patil" userId="4685d63e9e9ee618" providerId="LiveId" clId="{41CA4A06-EB68-4327-82B7-5585EE681471}" dt="2025-06-11T07:03:52.710" v="383" actId="255"/>
          <ac:spMkLst>
            <pc:docMk/>
            <pc:sldMk cId="0" sldId="283"/>
            <ac:spMk id="2" creationId="{00000000-0000-0000-0000-000000000000}"/>
          </ac:spMkLst>
        </pc:spChg>
        <pc:spChg chg="add mod">
          <ac:chgData name="pooja patil" userId="4685d63e9e9ee618" providerId="LiveId" clId="{41CA4A06-EB68-4327-82B7-5585EE681471}" dt="2025-06-11T07:27:47.233" v="518" actId="5793"/>
          <ac:spMkLst>
            <pc:docMk/>
            <pc:sldMk cId="0" sldId="283"/>
            <ac:spMk id="5" creationId="{AD8D9244-1B88-84BB-A91F-D2B44394D787}"/>
          </ac:spMkLst>
        </pc:spChg>
        <pc:spChg chg="del mod">
          <ac:chgData name="pooja patil" userId="4685d63e9e9ee618" providerId="LiveId" clId="{41CA4A06-EB68-4327-82B7-5585EE681471}" dt="2025-06-11T06:51:11.127" v="307" actId="478"/>
          <ac:spMkLst>
            <pc:docMk/>
            <pc:sldMk cId="0" sldId="283"/>
            <ac:spMk id="8" creationId="{3603AFD7-442B-6E85-F9B4-D158D899E7B6}"/>
          </ac:spMkLst>
        </pc:spChg>
        <pc:spChg chg="del mod">
          <ac:chgData name="pooja patil" userId="4685d63e9e9ee618" providerId="LiveId" clId="{41CA4A06-EB68-4327-82B7-5585EE681471}" dt="2025-06-11T06:50:58.203" v="305" actId="478"/>
          <ac:spMkLst>
            <pc:docMk/>
            <pc:sldMk cId="0" sldId="283"/>
            <ac:spMk id="10" creationId="{B7A01063-4E05-E8E4-6BBB-84015BDCF676}"/>
          </ac:spMkLst>
        </pc:spChg>
        <pc:spChg chg="del mod">
          <ac:chgData name="pooja patil" userId="4685d63e9e9ee618" providerId="LiveId" clId="{41CA4A06-EB68-4327-82B7-5585EE681471}" dt="2025-06-11T06:51:15.467" v="308" actId="478"/>
          <ac:spMkLst>
            <pc:docMk/>
            <pc:sldMk cId="0" sldId="283"/>
            <ac:spMk id="14" creationId="{E83329D1-DE6C-29F2-4B4E-6A4E8758573D}"/>
          </ac:spMkLst>
        </pc:spChg>
        <pc:spChg chg="del mod">
          <ac:chgData name="pooja patil" userId="4685d63e9e9ee618" providerId="LiveId" clId="{41CA4A06-EB68-4327-82B7-5585EE681471}" dt="2025-06-11T06:51:19.881" v="309" actId="478"/>
          <ac:spMkLst>
            <pc:docMk/>
            <pc:sldMk cId="0" sldId="283"/>
            <ac:spMk id="16" creationId="{A8F8D424-B408-A2AC-D919-2086CA792FEA}"/>
          </ac:spMkLst>
        </pc:spChg>
        <pc:spChg chg="del">
          <ac:chgData name="pooja patil" userId="4685d63e9e9ee618" providerId="LiveId" clId="{41CA4A06-EB68-4327-82B7-5585EE681471}" dt="2025-06-11T06:51:30.322" v="310" actId="478"/>
          <ac:spMkLst>
            <pc:docMk/>
            <pc:sldMk cId="0" sldId="283"/>
            <ac:spMk id="18" creationId="{FCEE9A31-3582-063A-0FC5-B1ED89CD053D}"/>
          </ac:spMkLst>
        </pc:spChg>
      </pc:sldChg>
      <pc:sldChg chg="modSp mod ord">
        <pc:chgData name="pooja patil" userId="4685d63e9e9ee618" providerId="LiveId" clId="{41CA4A06-EB68-4327-82B7-5585EE681471}" dt="2025-06-11T07:14:39.238" v="471" actId="255"/>
        <pc:sldMkLst>
          <pc:docMk/>
          <pc:sldMk cId="0" sldId="285"/>
        </pc:sldMkLst>
        <pc:spChg chg="mod">
          <ac:chgData name="pooja patil" userId="4685d63e9e9ee618" providerId="LiveId" clId="{41CA4A06-EB68-4327-82B7-5585EE681471}" dt="2025-06-11T07:14:39.238" v="471" actId="255"/>
          <ac:spMkLst>
            <pc:docMk/>
            <pc:sldMk cId="0" sldId="285"/>
            <ac:spMk id="2" creationId="{00000000-0000-0000-0000-000000000000}"/>
          </ac:spMkLst>
        </pc:spChg>
      </pc:sldChg>
      <pc:sldChg chg="modSp mod">
        <pc:chgData name="pooja patil" userId="4685d63e9e9ee618" providerId="LiveId" clId="{41CA4A06-EB68-4327-82B7-5585EE681471}" dt="2025-06-11T07:24:11.773" v="509" actId="123"/>
        <pc:sldMkLst>
          <pc:docMk/>
          <pc:sldMk cId="1071746332" sldId="290"/>
        </pc:sldMkLst>
        <pc:spChg chg="mod">
          <ac:chgData name="pooja patil" userId="4685d63e9e9ee618" providerId="LiveId" clId="{41CA4A06-EB68-4327-82B7-5585EE681471}" dt="2025-06-11T06:59:06.033" v="330" actId="255"/>
          <ac:spMkLst>
            <pc:docMk/>
            <pc:sldMk cId="1071746332" sldId="290"/>
            <ac:spMk id="2" creationId="{F0902C4E-B1DC-A16F-2AE8-F183C30CB7D3}"/>
          </ac:spMkLst>
        </pc:spChg>
        <pc:spChg chg="mod">
          <ac:chgData name="pooja patil" userId="4685d63e9e9ee618" providerId="LiveId" clId="{41CA4A06-EB68-4327-82B7-5585EE681471}" dt="2025-06-11T07:24:11.773" v="509" actId="123"/>
          <ac:spMkLst>
            <pc:docMk/>
            <pc:sldMk cId="1071746332" sldId="290"/>
            <ac:spMk id="6" creationId="{994DE6A5-C5B6-BFE6-8F7F-F9E28AD5CD46}"/>
          </ac:spMkLst>
        </pc:spChg>
      </pc:sldChg>
      <pc:sldChg chg="addSp modSp mod">
        <pc:chgData name="pooja patil" userId="4685d63e9e9ee618" providerId="LiveId" clId="{41CA4A06-EB68-4327-82B7-5585EE681471}" dt="2025-06-11T07:13:33.848" v="467" actId="123"/>
        <pc:sldMkLst>
          <pc:docMk/>
          <pc:sldMk cId="3977507505" sldId="291"/>
        </pc:sldMkLst>
        <pc:spChg chg="mod">
          <ac:chgData name="pooja patil" userId="4685d63e9e9ee618" providerId="LiveId" clId="{41CA4A06-EB68-4327-82B7-5585EE681471}" dt="2025-06-11T07:13:33.848" v="467" actId="123"/>
          <ac:spMkLst>
            <pc:docMk/>
            <pc:sldMk cId="3977507505" sldId="291"/>
            <ac:spMk id="2" creationId="{AEBD74D3-57B8-E80D-BB32-197A7167E0B2}"/>
          </ac:spMkLst>
        </pc:spChg>
        <pc:spChg chg="add mod">
          <ac:chgData name="pooja patil" userId="4685d63e9e9ee618" providerId="LiveId" clId="{41CA4A06-EB68-4327-82B7-5585EE681471}" dt="2025-06-11T07:13:33.848" v="467" actId="123"/>
          <ac:spMkLst>
            <pc:docMk/>
            <pc:sldMk cId="3977507505" sldId="291"/>
            <ac:spMk id="4" creationId="{F8662391-21F3-4B9D-F211-98069D9C45B5}"/>
          </ac:spMkLst>
        </pc:spChg>
        <pc:spChg chg="mod">
          <ac:chgData name="pooja patil" userId="4685d63e9e9ee618" providerId="LiveId" clId="{41CA4A06-EB68-4327-82B7-5585EE681471}" dt="2025-06-11T07:13:33.848" v="467" actId="123"/>
          <ac:spMkLst>
            <pc:docMk/>
            <pc:sldMk cId="3977507505" sldId="291"/>
            <ac:spMk id="13" creationId="{3A5718FC-E641-6D63-65CF-4341A128E05D}"/>
          </ac:spMkLst>
        </pc:spChg>
        <pc:spChg chg="mod">
          <ac:chgData name="pooja patil" userId="4685d63e9e9ee618" providerId="LiveId" clId="{41CA4A06-EB68-4327-82B7-5585EE681471}" dt="2025-06-11T07:13:33.848" v="467" actId="123"/>
          <ac:spMkLst>
            <pc:docMk/>
            <pc:sldMk cId="3977507505" sldId="291"/>
            <ac:spMk id="15" creationId="{A908C188-20A9-3BB3-AC53-10263DFD4C96}"/>
          </ac:spMkLst>
        </pc:spChg>
        <pc:spChg chg="mod">
          <ac:chgData name="pooja patil" userId="4685d63e9e9ee618" providerId="LiveId" clId="{41CA4A06-EB68-4327-82B7-5585EE681471}" dt="2025-06-11T07:13:33.848" v="467" actId="123"/>
          <ac:spMkLst>
            <pc:docMk/>
            <pc:sldMk cId="3977507505" sldId="291"/>
            <ac:spMk id="17" creationId="{843B0618-7F14-6E13-66BA-EFF4C31EDDD4}"/>
          </ac:spMkLst>
        </pc:spChg>
        <pc:spChg chg="mod">
          <ac:chgData name="pooja patil" userId="4685d63e9e9ee618" providerId="LiveId" clId="{41CA4A06-EB68-4327-82B7-5585EE681471}" dt="2025-06-11T07:13:33.848" v="467" actId="123"/>
          <ac:spMkLst>
            <pc:docMk/>
            <pc:sldMk cId="3977507505" sldId="291"/>
            <ac:spMk id="19" creationId="{C6FC08CA-7C28-234C-3ED4-BBA321A15164}"/>
          </ac:spMkLst>
        </pc:spChg>
      </pc:sldChg>
      <pc:sldChg chg="modSp del mod">
        <pc:chgData name="pooja patil" userId="4685d63e9e9ee618" providerId="LiveId" clId="{41CA4A06-EB68-4327-82B7-5585EE681471}" dt="2025-06-11T07:09:33.038" v="426" actId="2696"/>
        <pc:sldMkLst>
          <pc:docMk/>
          <pc:sldMk cId="599980709" sldId="292"/>
        </pc:sldMkLst>
        <pc:spChg chg="mod">
          <ac:chgData name="pooja patil" userId="4685d63e9e9ee618" providerId="LiveId" clId="{41CA4A06-EB68-4327-82B7-5585EE681471}" dt="2025-06-11T07:07:57.707" v="416" actId="20577"/>
          <ac:spMkLst>
            <pc:docMk/>
            <pc:sldMk cId="599980709" sldId="292"/>
            <ac:spMk id="6" creationId="{F11B7B88-C188-6203-540A-33B118CDA515}"/>
          </ac:spMkLst>
        </pc:spChg>
      </pc:sldChg>
      <pc:sldChg chg="addSp delSp modSp new mod">
        <pc:chgData name="pooja patil" userId="4685d63e9e9ee618" providerId="LiveId" clId="{41CA4A06-EB68-4327-82B7-5585EE681471}" dt="2025-06-11T08:11:23.319" v="528" actId="1076"/>
        <pc:sldMkLst>
          <pc:docMk/>
          <pc:sldMk cId="1144285874" sldId="293"/>
        </pc:sldMkLst>
        <pc:spChg chg="mod">
          <ac:chgData name="pooja patil" userId="4685d63e9e9ee618" providerId="LiveId" clId="{41CA4A06-EB68-4327-82B7-5585EE681471}" dt="2025-06-11T07:06:12.354" v="402" actId="255"/>
          <ac:spMkLst>
            <pc:docMk/>
            <pc:sldMk cId="1144285874" sldId="293"/>
            <ac:spMk id="2" creationId="{C308AB0E-D407-88A6-7EB4-DD5514C1036A}"/>
          </ac:spMkLst>
        </pc:spChg>
        <pc:graphicFrameChg chg="add mod">
          <ac:chgData name="pooja patil" userId="4685d63e9e9ee618" providerId="LiveId" clId="{41CA4A06-EB68-4327-82B7-5585EE681471}" dt="2025-06-11T06:35:01.031" v="240"/>
          <ac:graphicFrameMkLst>
            <pc:docMk/>
            <pc:sldMk cId="1144285874" sldId="293"/>
            <ac:graphicFrameMk id="3" creationId="{46F82EAA-7AA7-7543-2B10-725B95CEF7C7}"/>
          </ac:graphicFrameMkLst>
        </pc:graphicFrameChg>
        <pc:graphicFrameChg chg="add mod">
          <ac:chgData name="pooja patil" userId="4685d63e9e9ee618" providerId="LiveId" clId="{41CA4A06-EB68-4327-82B7-5585EE681471}" dt="2025-06-11T06:36:18.258" v="242"/>
          <ac:graphicFrameMkLst>
            <pc:docMk/>
            <pc:sldMk cId="1144285874" sldId="293"/>
            <ac:graphicFrameMk id="4" creationId="{34E6FE9E-F4CE-E80B-74AA-35D9E6C408EC}"/>
          </ac:graphicFrameMkLst>
        </pc:graphicFrameChg>
        <pc:picChg chg="add del mod">
          <ac:chgData name="pooja patil" userId="4685d63e9e9ee618" providerId="LiveId" clId="{41CA4A06-EB68-4327-82B7-5585EE681471}" dt="2025-06-11T06:30:38.298" v="238" actId="21"/>
          <ac:picMkLst>
            <pc:docMk/>
            <pc:sldMk cId="1144285874" sldId="293"/>
            <ac:picMk id="6" creationId="{BA23F42F-B1B9-1CE1-73AC-A864FC83503C}"/>
          </ac:picMkLst>
        </pc:picChg>
        <pc:picChg chg="add mod">
          <ac:chgData name="pooja patil" userId="4685d63e9e9ee618" providerId="LiveId" clId="{41CA4A06-EB68-4327-82B7-5585EE681471}" dt="2025-06-11T08:11:23.319" v="528" actId="1076"/>
          <ac:picMkLst>
            <pc:docMk/>
            <pc:sldMk cId="1144285874" sldId="293"/>
            <ac:picMk id="7" creationId="{55EC6143-6638-45E0-1F22-071CC8B36A7E}"/>
          </ac:picMkLst>
        </pc:picChg>
        <pc:picChg chg="add mod">
          <ac:chgData name="pooja patil" userId="4685d63e9e9ee618" providerId="LiveId" clId="{41CA4A06-EB68-4327-82B7-5585EE681471}" dt="2025-06-11T06:42:41.249" v="261" actId="14100"/>
          <ac:picMkLst>
            <pc:docMk/>
            <pc:sldMk cId="1144285874" sldId="293"/>
            <ac:picMk id="8" creationId="{8F79ADD5-AC17-2A09-69A9-BDE4FA9A99B1}"/>
          </ac:picMkLst>
        </pc:picChg>
      </pc:sldChg>
      <pc:sldChg chg="addSp delSp modSp new mod">
        <pc:chgData name="pooja patil" userId="4685d63e9e9ee618" providerId="LiveId" clId="{41CA4A06-EB68-4327-82B7-5585EE681471}" dt="2025-06-11T07:13:03.559" v="463" actId="123"/>
        <pc:sldMkLst>
          <pc:docMk/>
          <pc:sldMk cId="3439888663" sldId="294"/>
        </pc:sldMkLst>
        <pc:spChg chg="mod">
          <ac:chgData name="pooja patil" userId="4685d63e9e9ee618" providerId="LiveId" clId="{41CA4A06-EB68-4327-82B7-5585EE681471}" dt="2025-06-11T07:09:45.331" v="427" actId="255"/>
          <ac:spMkLst>
            <pc:docMk/>
            <pc:sldMk cId="3439888663" sldId="294"/>
            <ac:spMk id="2" creationId="{644E543D-D4A7-C660-8720-63DB35D2D618}"/>
          </ac:spMkLst>
        </pc:spChg>
        <pc:spChg chg="add del mod">
          <ac:chgData name="pooja patil" userId="4685d63e9e9ee618" providerId="LiveId" clId="{41CA4A06-EB68-4327-82B7-5585EE681471}" dt="2025-06-11T07:13:03.559" v="463" actId="123"/>
          <ac:spMkLst>
            <pc:docMk/>
            <pc:sldMk cId="3439888663" sldId="294"/>
            <ac:spMk id="3" creationId="{D745F2AB-DB5B-DCCD-BD3F-A56F0B34912B}"/>
          </ac:spMkLst>
        </pc:spChg>
        <pc:picChg chg="add mod">
          <ac:chgData name="pooja patil" userId="4685d63e9e9ee618" providerId="LiveId" clId="{41CA4A06-EB68-4327-82B7-5585EE681471}" dt="2025-06-11T06:42:58.783" v="262" actId="1076"/>
          <ac:picMkLst>
            <pc:docMk/>
            <pc:sldMk cId="3439888663" sldId="294"/>
            <ac:picMk id="4" creationId="{05EDC425-39AF-B671-C39C-7E04D39F46A9}"/>
          </ac:picMkLst>
        </pc:picChg>
      </pc:sldChg>
      <pc:sldChg chg="addSp delSp modSp new mod">
        <pc:chgData name="pooja patil" userId="4685d63e9e9ee618" providerId="LiveId" clId="{41CA4A06-EB68-4327-82B7-5585EE681471}" dt="2025-06-11T07:12:43.822" v="460" actId="255"/>
        <pc:sldMkLst>
          <pc:docMk/>
          <pc:sldMk cId="1635457749" sldId="295"/>
        </pc:sldMkLst>
        <pc:spChg chg="mod">
          <ac:chgData name="pooja patil" userId="4685d63e9e9ee618" providerId="LiveId" clId="{41CA4A06-EB68-4327-82B7-5585EE681471}" dt="2025-06-11T07:12:43.822" v="460" actId="255"/>
          <ac:spMkLst>
            <pc:docMk/>
            <pc:sldMk cId="1635457749" sldId="295"/>
            <ac:spMk id="2" creationId="{CD7518A4-443E-2D33-7EA9-77D54A7E3BE5}"/>
          </ac:spMkLst>
        </pc:spChg>
        <pc:spChg chg="add del mod">
          <ac:chgData name="pooja patil" userId="4685d63e9e9ee618" providerId="LiveId" clId="{41CA4A06-EB68-4327-82B7-5585EE681471}" dt="2025-06-11T06:40:52.996" v="248"/>
          <ac:spMkLst>
            <pc:docMk/>
            <pc:sldMk cId="1635457749" sldId="295"/>
            <ac:spMk id="4" creationId="{6036CCE8-F5C7-053C-23ED-AED28F8A0244}"/>
          </ac:spMkLst>
        </pc:spChg>
        <pc:picChg chg="add del mod">
          <ac:chgData name="pooja patil" userId="4685d63e9e9ee618" providerId="LiveId" clId="{41CA4A06-EB68-4327-82B7-5585EE681471}" dt="2025-06-11T06:40:26.273" v="247" actId="21"/>
          <ac:picMkLst>
            <pc:docMk/>
            <pc:sldMk cId="1635457749" sldId="295"/>
            <ac:picMk id="6" creationId="{22A20A4F-5005-6771-F833-1F179B58F310}"/>
          </ac:picMkLst>
        </pc:picChg>
        <pc:picChg chg="add mod">
          <ac:chgData name="pooja patil" userId="4685d63e9e9ee618" providerId="LiveId" clId="{41CA4A06-EB68-4327-82B7-5585EE681471}" dt="2025-06-11T06:41:38.308" v="254" actId="14100"/>
          <ac:picMkLst>
            <pc:docMk/>
            <pc:sldMk cId="1635457749" sldId="295"/>
            <ac:picMk id="7" creationId="{B4069ADC-15D7-2EEA-687F-5B0BC99B167B}"/>
          </ac:picMkLst>
        </pc:picChg>
      </pc:sldChg>
      <pc:sldChg chg="addSp delSp modSp new mod ord modClrScheme chgLayout">
        <pc:chgData name="pooja patil" userId="4685d63e9e9ee618" providerId="LiveId" clId="{41CA4A06-EB68-4327-82B7-5585EE681471}" dt="2025-06-11T07:05:23.439" v="399"/>
        <pc:sldMkLst>
          <pc:docMk/>
          <pc:sldMk cId="4019296258" sldId="296"/>
        </pc:sldMkLst>
        <pc:spChg chg="del">
          <ac:chgData name="pooja patil" userId="4685d63e9e9ee618" providerId="LiveId" clId="{41CA4A06-EB68-4327-82B7-5585EE681471}" dt="2025-06-11T06:47:20.704" v="264" actId="478"/>
          <ac:spMkLst>
            <pc:docMk/>
            <pc:sldMk cId="4019296258" sldId="296"/>
            <ac:spMk id="2" creationId="{A372FC2D-AB58-E6D5-22E7-223904AC8627}"/>
          </ac:spMkLst>
        </pc:spChg>
        <pc:spChg chg="del">
          <ac:chgData name="pooja patil" userId="4685d63e9e9ee618" providerId="LiveId" clId="{41CA4A06-EB68-4327-82B7-5585EE681471}" dt="2025-06-11T06:47:25.974" v="265" actId="478"/>
          <ac:spMkLst>
            <pc:docMk/>
            <pc:sldMk cId="4019296258" sldId="296"/>
            <ac:spMk id="3" creationId="{AF400BCD-281F-7E80-F944-1AF91C21F166}"/>
          </ac:spMkLst>
        </pc:spChg>
        <pc:spChg chg="add mod">
          <ac:chgData name="pooja patil" userId="4685d63e9e9ee618" providerId="LiveId" clId="{41CA4A06-EB68-4327-82B7-5585EE681471}" dt="2025-06-11T06:58:21.032" v="323" actId="113"/>
          <ac:spMkLst>
            <pc:docMk/>
            <pc:sldMk cId="4019296258" sldId="296"/>
            <ac:spMk id="4" creationId="{DD7912C5-F440-45D7-AAD7-E1C5A128036E}"/>
          </ac:spMkLst>
        </pc:spChg>
        <pc:spChg chg="add mod">
          <ac:chgData name="pooja patil" userId="4685d63e9e9ee618" providerId="LiveId" clId="{41CA4A06-EB68-4327-82B7-5585EE681471}" dt="2025-06-11T06:57:42.400" v="313"/>
          <ac:spMkLst>
            <pc:docMk/>
            <pc:sldMk cId="4019296258" sldId="296"/>
            <ac:spMk id="6" creationId="{A6F918AA-0329-6964-1929-B32984C55E3C}"/>
          </ac:spMkLst>
        </pc:spChg>
        <pc:spChg chg="add mod">
          <ac:chgData name="pooja patil" userId="4685d63e9e9ee618" providerId="LiveId" clId="{41CA4A06-EB68-4327-82B7-5585EE681471}" dt="2025-06-11T06:57:42.400" v="313"/>
          <ac:spMkLst>
            <pc:docMk/>
            <pc:sldMk cId="4019296258" sldId="296"/>
            <ac:spMk id="7" creationId="{1C836F45-3684-B272-8877-5955DEF64BD2}"/>
          </ac:spMkLst>
        </pc:spChg>
        <pc:spChg chg="add mod">
          <ac:chgData name="pooja patil" userId="4685d63e9e9ee618" providerId="LiveId" clId="{41CA4A06-EB68-4327-82B7-5585EE681471}" dt="2025-06-11T06:57:42.400" v="313"/>
          <ac:spMkLst>
            <pc:docMk/>
            <pc:sldMk cId="4019296258" sldId="296"/>
            <ac:spMk id="8" creationId="{DD969026-8FE6-2085-7A88-3EBD52B2DA8F}"/>
          </ac:spMkLst>
        </pc:spChg>
        <pc:spChg chg="add mod">
          <ac:chgData name="pooja patil" userId="4685d63e9e9ee618" providerId="LiveId" clId="{41CA4A06-EB68-4327-82B7-5585EE681471}" dt="2025-06-11T06:57:42.400" v="313"/>
          <ac:spMkLst>
            <pc:docMk/>
            <pc:sldMk cId="4019296258" sldId="296"/>
            <ac:spMk id="9" creationId="{2AC1DF78-094A-0FA4-BAB1-27F45E999C49}"/>
          </ac:spMkLst>
        </pc:spChg>
        <pc:spChg chg="add mod">
          <ac:chgData name="pooja patil" userId="4685d63e9e9ee618" providerId="LiveId" clId="{41CA4A06-EB68-4327-82B7-5585EE681471}" dt="2025-06-11T06:57:42.400" v="313"/>
          <ac:spMkLst>
            <pc:docMk/>
            <pc:sldMk cId="4019296258" sldId="296"/>
            <ac:spMk id="10" creationId="{AF26513D-9345-5930-7F8D-C4EB981C2B49}"/>
          </ac:spMkLst>
        </pc:spChg>
        <pc:grpChg chg="add mod">
          <ac:chgData name="pooja patil" userId="4685d63e9e9ee618" providerId="LiveId" clId="{41CA4A06-EB68-4327-82B7-5585EE681471}" dt="2025-06-11T06:58:24.457" v="324" actId="1076"/>
          <ac:grpSpMkLst>
            <pc:docMk/>
            <pc:sldMk cId="4019296258" sldId="296"/>
            <ac:grpSpMk id="5" creationId="{65647841-EE97-5E01-74B8-E6AE82B42F87}"/>
          </ac:grpSpMkLst>
        </pc:grpChg>
        <pc:picChg chg="add mod">
          <ac:chgData name="pooja patil" userId="4685d63e9e9ee618" providerId="LiveId" clId="{41CA4A06-EB68-4327-82B7-5585EE681471}" dt="2025-06-11T06:57:42.400" v="313"/>
          <ac:picMkLst>
            <pc:docMk/>
            <pc:sldMk cId="4019296258" sldId="296"/>
            <ac:picMk id="11" creationId="{211C1234-6404-5165-042B-96DCA4137A09}"/>
          </ac:picMkLst>
        </pc:picChg>
        <pc:picChg chg="add mod">
          <ac:chgData name="pooja patil" userId="4685d63e9e9ee618" providerId="LiveId" clId="{41CA4A06-EB68-4327-82B7-5585EE681471}" dt="2025-06-11T06:58:49.631" v="329" actId="14100"/>
          <ac:picMkLst>
            <pc:docMk/>
            <pc:sldMk cId="4019296258" sldId="296"/>
            <ac:picMk id="12" creationId="{525FEEC0-4156-F4B4-CD0D-901799FA9FA2}"/>
          </ac:picMkLst>
        </pc:picChg>
      </pc:sldChg>
      <pc:sldChg chg="addSp delSp modSp new mod modClrScheme chgLayout">
        <pc:chgData name="pooja patil" userId="4685d63e9e9ee618" providerId="LiveId" clId="{41CA4A06-EB68-4327-82B7-5585EE681471}" dt="2025-06-11T07:46:32.569" v="524" actId="14100"/>
        <pc:sldMkLst>
          <pc:docMk/>
          <pc:sldMk cId="3572563816" sldId="297"/>
        </pc:sldMkLst>
        <pc:spChg chg="del">
          <ac:chgData name="pooja patil" userId="4685d63e9e9ee618" providerId="LiveId" clId="{41CA4A06-EB68-4327-82B7-5585EE681471}" dt="2025-06-11T07:11:32.243" v="431" actId="478"/>
          <ac:spMkLst>
            <pc:docMk/>
            <pc:sldMk cId="3572563816" sldId="297"/>
            <ac:spMk id="2" creationId="{53DB86B0-3369-07C1-B732-183C2090372E}"/>
          </ac:spMkLst>
        </pc:spChg>
        <pc:spChg chg="del">
          <ac:chgData name="pooja patil" userId="4685d63e9e9ee618" providerId="LiveId" clId="{41CA4A06-EB68-4327-82B7-5585EE681471}" dt="2025-06-11T07:11:35.824" v="432" actId="478"/>
          <ac:spMkLst>
            <pc:docMk/>
            <pc:sldMk cId="3572563816" sldId="297"/>
            <ac:spMk id="3" creationId="{68B0D40E-EA5E-D84A-C63D-F33E7AAD60CA}"/>
          </ac:spMkLst>
        </pc:spChg>
        <pc:spChg chg="del">
          <ac:chgData name="pooja patil" userId="4685d63e9e9ee618" providerId="LiveId" clId="{41CA4A06-EB68-4327-82B7-5585EE681471}" dt="2025-06-11T07:11:39.354" v="433" actId="478"/>
          <ac:spMkLst>
            <pc:docMk/>
            <pc:sldMk cId="3572563816" sldId="297"/>
            <ac:spMk id="4" creationId="{0CC3E5A1-2746-7F59-106E-1837F38A660A}"/>
          </ac:spMkLst>
        </pc:spChg>
        <pc:spChg chg="add mod ord">
          <ac:chgData name="pooja patil" userId="4685d63e9e9ee618" providerId="LiveId" clId="{41CA4A06-EB68-4327-82B7-5585EE681471}" dt="2025-06-11T07:12:32.942" v="459" actId="113"/>
          <ac:spMkLst>
            <pc:docMk/>
            <pc:sldMk cId="3572563816" sldId="297"/>
            <ac:spMk id="6" creationId="{915A00C9-9B01-E2B7-3019-3F6C610E91C0}"/>
          </ac:spMkLst>
        </pc:spChg>
        <pc:picChg chg="add mod">
          <ac:chgData name="pooja patil" userId="4685d63e9e9ee618" providerId="LiveId" clId="{41CA4A06-EB68-4327-82B7-5585EE681471}" dt="2025-06-11T07:46:32.569" v="524" actId="14100"/>
          <ac:picMkLst>
            <pc:docMk/>
            <pc:sldMk cId="3572563816" sldId="297"/>
            <ac:picMk id="5" creationId="{0CA59389-7A01-B6BE-D7DC-267C80A6DE1B}"/>
          </ac:picMkLst>
        </pc:picChg>
      </pc:sldChg>
      <pc:sldChg chg="addSp modSp new mod">
        <pc:chgData name="pooja patil" userId="4685d63e9e9ee618" providerId="LiveId" clId="{41CA4A06-EB68-4327-82B7-5585EE681471}" dt="2025-06-11T07:17:44.924" v="489"/>
        <pc:sldMkLst>
          <pc:docMk/>
          <pc:sldMk cId="1610124074" sldId="298"/>
        </pc:sldMkLst>
        <pc:spChg chg="mod">
          <ac:chgData name="pooja patil" userId="4685d63e9e9ee618" providerId="LiveId" clId="{41CA4A06-EB68-4327-82B7-5585EE681471}" dt="2025-06-11T07:17:27.951" v="486" actId="2711"/>
          <ac:spMkLst>
            <pc:docMk/>
            <pc:sldMk cId="1610124074" sldId="298"/>
            <ac:spMk id="2" creationId="{2546BB64-E341-9DB5-1963-EC5796B8852A}"/>
          </ac:spMkLst>
        </pc:spChg>
        <pc:picChg chg="add mod">
          <ac:chgData name="pooja patil" userId="4685d63e9e9ee618" providerId="LiveId" clId="{41CA4A06-EB68-4327-82B7-5585EE681471}" dt="2025-06-11T07:17:37.214" v="488" actId="1076"/>
          <ac:picMkLst>
            <pc:docMk/>
            <pc:sldMk cId="1610124074" sldId="298"/>
            <ac:picMk id="3" creationId="{FBCFABA1-8E34-0B3B-41AB-1E3036C75FBE}"/>
          </ac:picMkLst>
        </pc:picChg>
        <pc:picChg chg="add mod">
          <ac:chgData name="pooja patil" userId="4685d63e9e9ee618" providerId="LiveId" clId="{41CA4A06-EB68-4327-82B7-5585EE681471}" dt="2025-06-11T07:17:44.924" v="489"/>
          <ac:picMkLst>
            <pc:docMk/>
            <pc:sldMk cId="1610124074" sldId="298"/>
            <ac:picMk id="4" creationId="{94729C0F-F2BF-A785-7246-6E6147D157B9}"/>
          </ac:picMkLst>
        </pc:picChg>
      </pc:sldChg>
      <pc:sldChg chg="addSp modSp new mod">
        <pc:chgData name="pooja patil" userId="4685d63e9e9ee618" providerId="LiveId" clId="{41CA4A06-EB68-4327-82B7-5585EE681471}" dt="2025-06-11T07:39:34.720" v="520" actId="14100"/>
        <pc:sldMkLst>
          <pc:docMk/>
          <pc:sldMk cId="4086082208" sldId="299"/>
        </pc:sldMkLst>
        <pc:spChg chg="mod">
          <ac:chgData name="pooja patil" userId="4685d63e9e9ee618" providerId="LiveId" clId="{41CA4A06-EB68-4327-82B7-5585EE681471}" dt="2025-06-11T07:20:03.296" v="496" actId="2711"/>
          <ac:spMkLst>
            <pc:docMk/>
            <pc:sldMk cId="4086082208" sldId="299"/>
            <ac:spMk id="2" creationId="{B82D7E02-2EF5-D343-C5A2-BF1619EC247A}"/>
          </ac:spMkLst>
        </pc:spChg>
        <pc:picChg chg="add mod">
          <ac:chgData name="pooja patil" userId="4685d63e9e9ee618" providerId="LiveId" clId="{41CA4A06-EB68-4327-82B7-5585EE681471}" dt="2025-06-11T07:39:34.720" v="520" actId="14100"/>
          <ac:picMkLst>
            <pc:docMk/>
            <pc:sldMk cId="4086082208" sldId="299"/>
            <ac:picMk id="3" creationId="{FAA433D9-0178-1998-CB44-5D329F9A5FD7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639708-F5E2-4F5E-B080-A1670EA2C99E}" type="datetimeFigureOut">
              <a:rPr lang="en-IN" smtClean="0"/>
              <a:t>11-06-2025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663014-A6A7-48AB-B81B-EA4ED3BBD14A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1837F-9CD2-4DA3-89ED-4A4A9B1B05AE}" type="datetimeFigureOut">
              <a:rPr lang="en-IN" smtClean="0"/>
              <a:t>11-06-2025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B3BD5-1E17-4EE7-8E92-6ECC748E471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1837F-9CD2-4DA3-89ED-4A4A9B1B05AE}" type="datetimeFigureOut">
              <a:rPr lang="en-IN" smtClean="0"/>
              <a:t>11-06-2025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B3BD5-1E17-4EE7-8E92-6ECC748E471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1837F-9CD2-4DA3-89ED-4A4A9B1B05AE}" type="datetimeFigureOut">
              <a:rPr lang="en-IN" smtClean="0"/>
              <a:t>11-06-2025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B3BD5-1E17-4EE7-8E92-6ECC748E471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1837F-9CD2-4DA3-89ED-4A4A9B1B05AE}" type="datetimeFigureOut">
              <a:rPr lang="en-IN" smtClean="0"/>
              <a:t>11-06-2025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B3BD5-1E17-4EE7-8E92-6ECC748E471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1837F-9CD2-4DA3-89ED-4A4A9B1B05AE}" type="datetimeFigureOut">
              <a:rPr lang="en-IN" smtClean="0"/>
              <a:t>11-06-2025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B3BD5-1E17-4EE7-8E92-6ECC748E471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1837F-9CD2-4DA3-89ED-4A4A9B1B05AE}" type="datetimeFigureOut">
              <a:rPr lang="en-IN" smtClean="0"/>
              <a:t>11-06-2025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B3BD5-1E17-4EE7-8E92-6ECC748E471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1837F-9CD2-4DA3-89ED-4A4A9B1B05AE}" type="datetimeFigureOut">
              <a:rPr lang="en-IN" smtClean="0"/>
              <a:t>11-06-2025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B3BD5-1E17-4EE7-8E92-6ECC748E471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1837F-9CD2-4DA3-89ED-4A4A9B1B05AE}" type="datetimeFigureOut">
              <a:rPr lang="en-IN" smtClean="0"/>
              <a:t>11-06-2025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B3BD5-1E17-4EE7-8E92-6ECC748E471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1837F-9CD2-4DA3-89ED-4A4A9B1B05AE}" type="datetimeFigureOut">
              <a:rPr lang="en-IN" smtClean="0"/>
              <a:t>11-06-2025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B3BD5-1E17-4EE7-8E92-6ECC748E471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1837F-9CD2-4DA3-89ED-4A4A9B1B05AE}" type="datetimeFigureOut">
              <a:rPr lang="en-IN" smtClean="0"/>
              <a:t>11-06-2025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B3BD5-1E17-4EE7-8E92-6ECC748E471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1837F-9CD2-4DA3-89ED-4A4A9B1B05AE}" type="datetimeFigureOut">
              <a:rPr lang="en-IN" smtClean="0"/>
              <a:t>11-06-2025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B3BD5-1E17-4EE7-8E92-6ECC748E471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81837F-9CD2-4DA3-89ED-4A4A9B1B05AE}" type="datetimeFigureOut">
              <a:rPr lang="en-IN" smtClean="0"/>
              <a:t>11-06-2025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CB3BD5-1E17-4EE7-8E92-6ECC748E4711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27355"/>
            <a:ext cx="10515600" cy="484960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ELECTRICAL AND ELECTRONICS ENGINEERING</a:t>
            </a:r>
          </a:p>
          <a:p>
            <a:pPr marL="0" indent="0" algn="ctr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MINOR PROJECT</a:t>
            </a:r>
          </a:p>
          <a:p>
            <a:pPr marL="0" indent="0" algn="ctr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24EEEW301</a:t>
            </a:r>
          </a:p>
          <a:p>
            <a:pPr marL="0" indent="0" algn="ctr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(2024-2025)</a:t>
            </a:r>
          </a:p>
          <a:p>
            <a:pPr marL="0" indent="0" algn="ctr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"Simulation-Guided Design of Battery Packs for Real-World Hardware Systems“</a:t>
            </a:r>
          </a:p>
          <a:p>
            <a:pPr marL="0" indent="0" algn="ctr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Guide: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Prof. Tushar Birje</a:t>
            </a:r>
          </a:p>
          <a:p>
            <a:pPr marL="0" indent="0" algn="ctr">
              <a:buNone/>
            </a:pP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Google Shape;134;p25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1081205" y="99387"/>
            <a:ext cx="9554711" cy="97543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5983469"/>
              </p:ext>
            </p:extLst>
          </p:nvPr>
        </p:nvGraphicFramePr>
        <p:xfrm>
          <a:off x="3018472" y="3794234"/>
          <a:ext cx="5545455" cy="210207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3396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58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466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SRN 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Student Name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02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kern="100" dirty="0">
                          <a:solidFill>
                            <a:srgbClr val="24242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02FE21BEE009</a:t>
                      </a:r>
                      <a:endParaRPr lang="en-IN" sz="1400" b="0" kern="100" dirty="0">
                        <a:solidFill>
                          <a:srgbClr val="242424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B6C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Ashmith Shet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B6C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466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kern="100" dirty="0">
                          <a:solidFill>
                            <a:srgbClr val="24242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02FE22BEE022</a:t>
                      </a:r>
                      <a:endParaRPr lang="en-IN" sz="1400" b="0" kern="100" dirty="0">
                        <a:solidFill>
                          <a:srgbClr val="242424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B6C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Pooja Patil 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B6C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02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kern="100" dirty="0">
                          <a:solidFill>
                            <a:srgbClr val="24242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02FE22BEE029</a:t>
                      </a:r>
                      <a:endParaRPr lang="en-IN" sz="1400" b="0" kern="100" dirty="0">
                        <a:solidFill>
                          <a:srgbClr val="242424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B6C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Sakshi </a:t>
                      </a:r>
                      <a:r>
                        <a:rPr lang="en-US" sz="1400" kern="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Kadlibuddi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B6C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466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kern="100" dirty="0">
                          <a:solidFill>
                            <a:srgbClr val="24242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02FE22BEE042</a:t>
                      </a:r>
                      <a:endParaRPr lang="en-IN" sz="1400" b="0" kern="100" dirty="0">
                        <a:solidFill>
                          <a:srgbClr val="242424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B6C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Soujanya </a:t>
                      </a:r>
                      <a:r>
                        <a:rPr lang="en-US" sz="1400" kern="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Bisalapur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B6C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602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kern="100" dirty="0">
                          <a:solidFill>
                            <a:srgbClr val="24242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02FE22BEE411</a:t>
                      </a:r>
                      <a:endParaRPr lang="en-IN" sz="1400" b="0" kern="100" dirty="0">
                        <a:solidFill>
                          <a:srgbClr val="242424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B6C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Parvez </a:t>
                      </a:r>
                      <a:r>
                        <a:rPr lang="en-US" sz="1400" kern="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Bagali</a:t>
                      </a: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B6C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5B2E5E0-6A11-0DE7-7C31-F4DB7823DC0B}"/>
              </a:ext>
            </a:extLst>
          </p:cNvPr>
          <p:cNvSpPr txBox="1"/>
          <p:nvPr/>
        </p:nvSpPr>
        <p:spPr>
          <a:xfrm>
            <a:off x="3510455" y="637436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Department of Electrical and Electronics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620" y="73562"/>
            <a:ext cx="11195180" cy="779463"/>
          </a:xfrm>
        </p:spPr>
        <p:txBody>
          <a:bodyPr>
            <a:normAutofit fontScale="90000"/>
          </a:bodyPr>
          <a:lstStyle/>
          <a:p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Introduction: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200" y="1527100"/>
            <a:ext cx="10515600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12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In the era of increasing demand for sustainable energy solutions, battery storage systems play a crucial role in a wide range of applications, from electric vehicles to renewable energy storage. Modeling and simulating these battery packs accurately is vital for understanding their performance, efficiency, and lifecycle. MATLAB Simulink provides a robust platform to design and simulate battery systems in a virtual environment, offering insights into thermal characteristics, voltage behavior, and state of charge (SOC) variations. This project aims to develop and analyze a battery pack model using Simulink, emphasizing system-level behavior and control strategies</a:t>
            </a:r>
            <a:r>
              <a:rPr lang="en-US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4" name="Google Shape;134;p25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6410632" y="57215"/>
            <a:ext cx="5781368" cy="7363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620" y="73562"/>
            <a:ext cx="11195180" cy="779463"/>
          </a:xfrm>
        </p:spPr>
        <p:txBody>
          <a:bodyPr>
            <a:normAutofit fontScale="90000"/>
          </a:bodyPr>
          <a:lstStyle/>
          <a:p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9838" y="1556586"/>
            <a:ext cx="10040556" cy="437047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aims to model a battery pack using Simulink to study its behavior during charging, discharging, and under different conditions. A simple cell model will be created and combined to form a battery pack, helping to improve battery performance and design.</a:t>
            </a:r>
          </a:p>
        </p:txBody>
      </p:sp>
      <p:pic>
        <p:nvPicPr>
          <p:cNvPr id="4" name="Google Shape;134;p25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6410632" y="57215"/>
            <a:ext cx="5781368" cy="7363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620" y="73562"/>
            <a:ext cx="11195180" cy="779463"/>
          </a:xfrm>
        </p:spPr>
        <p:txBody>
          <a:bodyPr>
            <a:normAutofit fontScale="90000"/>
          </a:bodyPr>
          <a:lstStyle/>
          <a:p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Objectives: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410" y="1027840"/>
            <a:ext cx="10515600" cy="5318448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1.To design and simulate a battery pack in Simulink.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2.To study the behavior of individual cells and their series/parallel configuration.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3.To analyze the voltage, current, and SOC characteristics during charging/discharging.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4.To integrate basic battery management logic to ensure performance and safety.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5.To evaluate efficiency and losses within the system.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Google Shape;134;p25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6534149" y="0"/>
            <a:ext cx="4276725" cy="7363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 of Battery Pack: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86B7FC3-9FA5-1FBE-9079-E7E788FEE2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22611"/>
            <a:ext cx="12192000" cy="4212778"/>
          </a:xfrm>
          <a:prstGeom prst="rect">
            <a:avLst/>
          </a:prstGeom>
        </p:spPr>
      </p:pic>
      <p:pic>
        <p:nvPicPr>
          <p:cNvPr id="11" name="Google Shape;134;p25">
            <a:extLst>
              <a:ext uri="{FF2B5EF4-FFF2-40B4-BE49-F238E27FC236}">
                <a16:creationId xmlns:a16="http://schemas.microsoft.com/office/drawing/2014/main" id="{7BD3E63D-35F7-114F-9DE9-94AFCADCD260}"/>
              </a:ext>
            </a:extLst>
          </p:cNvPr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6410632" y="57215"/>
            <a:ext cx="5781368" cy="7363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620" y="73562"/>
            <a:ext cx="11195180" cy="779463"/>
          </a:xfrm>
        </p:spPr>
        <p:txBody>
          <a:bodyPr>
            <a:normAutofit fontScale="90000"/>
          </a:bodyPr>
          <a:lstStyle/>
          <a:p>
            <a:br>
              <a:rPr lang="en-US" sz="2665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665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665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</a:t>
            </a:r>
            <a:r>
              <a:rPr lang="en-IN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ethodology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pic>
        <p:nvPicPr>
          <p:cNvPr id="4" name="Google Shape;134;p25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6410632" y="57215"/>
            <a:ext cx="5781368" cy="73635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D8D9244-1B88-84BB-A91F-D2B44394D787}"/>
              </a:ext>
            </a:extLst>
          </p:cNvPr>
          <p:cNvSpPr txBox="1"/>
          <p:nvPr/>
        </p:nvSpPr>
        <p:spPr>
          <a:xfrm>
            <a:off x="561976" y="1552576"/>
            <a:ext cx="7467599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Tx/>
              <a:buAutoNum type="arabicPeriod"/>
            </a:pP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Hardware 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Use Raspberry Pi Pico with sensors, LCD, buzzer, and relays.</a:t>
            </a:r>
          </a:p>
          <a:p>
            <a:pPr marL="342900" indent="-342900" algn="just">
              <a:buAutoNum type="arabicPeriod"/>
            </a:pP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Parameters 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Choose battery type, number of cells, and starting charge.</a:t>
            </a:r>
          </a:p>
          <a:p>
            <a:pPr marL="342900" indent="-342900" algn="just">
              <a:buAutoNum type="arabicPeriod"/>
            </a:pP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Model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Build the battery in Simulink with charging, discharging, and safety features.</a:t>
            </a:r>
          </a:p>
          <a:p>
            <a:pPr marL="342900" indent="-342900" algn="just">
              <a:buAutoNum type="arabicPeriod"/>
            </a:pP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 Cells 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Arrange cells in series/parallel to form a battery pack.</a:t>
            </a:r>
          </a:p>
          <a:p>
            <a:pPr marL="342900" indent="-342900" algn="just">
              <a:buAutoNum type="arabicPeriod"/>
            </a:pP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 Hardware 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Test how the battery behaves under different loads and temperatures.</a:t>
            </a:r>
          </a:p>
          <a:p>
            <a:pPr marL="342900" indent="-342900" algn="just">
              <a:buAutoNum type="arabicPeriod"/>
            </a:pPr>
            <a:r>
              <a:rPr lang="en-IN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Improve 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Check results and adjust settings to improve efficiency and safety.</a:t>
            </a:r>
          </a:p>
          <a:p>
            <a:pPr marL="342900" indent="-342900" algn="just">
              <a:buAutoNum type="arabicPeriod"/>
            </a:pP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Control 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Monitor battery status and control charging with alerts.</a:t>
            </a:r>
          </a:p>
          <a:p>
            <a:pPr marL="342900" indent="-342900" algn="just">
              <a:buAutoNum type="arabicPeriod"/>
            </a:pP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Compare 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Match hardware results with simulation to confirm accuracy</a:t>
            </a:r>
            <a:r>
              <a:rPr lang="en-IN" sz="1200" dirty="0"/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D7912C5-F440-45D7-AAD7-E1C5A1280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block diagram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5647841-EE97-5E01-74B8-E6AE82B42F87}"/>
              </a:ext>
            </a:extLst>
          </p:cNvPr>
          <p:cNvGrpSpPr/>
          <p:nvPr/>
        </p:nvGrpSpPr>
        <p:grpSpPr>
          <a:xfrm>
            <a:off x="1918970" y="1690688"/>
            <a:ext cx="5858482" cy="3611880"/>
            <a:chOff x="0" y="0"/>
            <a:chExt cx="5858828" cy="361188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6F918AA-0329-6964-1929-B32984C55E3C}"/>
                </a:ext>
              </a:extLst>
            </p:cNvPr>
            <p:cNvSpPr/>
            <p:nvPr/>
          </p:nvSpPr>
          <p:spPr>
            <a:xfrm>
              <a:off x="5209223" y="45137"/>
              <a:ext cx="67564" cy="241489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546735" marR="154305" indent="-6350">
                <a:lnSpc>
                  <a:spcPct val="107000"/>
                </a:lnSpc>
                <a:spcAft>
                  <a:spcPts val="800"/>
                </a:spcAft>
              </a:pPr>
              <a:r>
                <a:rPr lang="en-IN" sz="1600" b="1" kern="1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endParaRPr lang="en-IN" sz="1100" kern="1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C836F45-3684-B272-8877-5955DEF64BD2}"/>
                </a:ext>
              </a:extLst>
            </p:cNvPr>
            <p:cNvSpPr/>
            <p:nvPr/>
          </p:nvSpPr>
          <p:spPr>
            <a:xfrm>
              <a:off x="0" y="980522"/>
              <a:ext cx="1942465" cy="153652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546735" marR="154305" indent="-6350">
                <a:lnSpc>
                  <a:spcPct val="107000"/>
                </a:lnSpc>
                <a:spcAft>
                  <a:spcPts val="800"/>
                </a:spcAft>
              </a:pPr>
              <a:r>
                <a:rPr lang="en-IN" sz="1000" kern="1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                                             </a:t>
              </a:r>
              <a:endParaRPr lang="en-IN" sz="1100" kern="1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D969026-8FE6-2085-7A88-3EBD52B2DA8F}"/>
                </a:ext>
              </a:extLst>
            </p:cNvPr>
            <p:cNvSpPr/>
            <p:nvPr/>
          </p:nvSpPr>
          <p:spPr>
            <a:xfrm>
              <a:off x="1461199" y="980522"/>
              <a:ext cx="42228" cy="153652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546735" marR="154305" indent="-6350">
                <a:lnSpc>
                  <a:spcPct val="107000"/>
                </a:lnSpc>
                <a:spcAft>
                  <a:spcPts val="800"/>
                </a:spcAft>
              </a:pPr>
              <a:r>
                <a:rPr lang="en-IN" sz="1000" kern="1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endParaRPr lang="en-IN" sz="1100" kern="1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AC1DF78-094A-0FA4-BAB1-27F45E999C49}"/>
                </a:ext>
              </a:extLst>
            </p:cNvPr>
            <p:cNvSpPr/>
            <p:nvPr/>
          </p:nvSpPr>
          <p:spPr>
            <a:xfrm>
              <a:off x="0" y="1126825"/>
              <a:ext cx="5151756" cy="153652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546735" marR="154305" indent="-6350">
                <a:lnSpc>
                  <a:spcPct val="107000"/>
                </a:lnSpc>
                <a:spcAft>
                  <a:spcPts val="800"/>
                </a:spcAft>
              </a:pPr>
              <a:r>
                <a:rPr lang="en-IN" sz="1000" kern="1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                                                                                                                         </a:t>
              </a:r>
              <a:endParaRPr lang="en-IN" sz="1100" kern="1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F26513D-9345-5930-7F8D-C4EB981C2B49}"/>
                </a:ext>
              </a:extLst>
            </p:cNvPr>
            <p:cNvSpPr/>
            <p:nvPr/>
          </p:nvSpPr>
          <p:spPr>
            <a:xfrm>
              <a:off x="3875088" y="1126825"/>
              <a:ext cx="42228" cy="153652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546735" marR="154305" indent="-6350">
                <a:lnSpc>
                  <a:spcPct val="107000"/>
                </a:lnSpc>
                <a:spcAft>
                  <a:spcPts val="800"/>
                </a:spcAft>
              </a:pPr>
              <a:r>
                <a:rPr lang="en-IN" sz="1000" kern="1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endParaRPr lang="en-IN" sz="1100" kern="1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211C1234-6404-5165-042B-96DCA4137A09}"/>
                </a:ext>
              </a:extLst>
            </p:cNvPr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08293" y="0"/>
              <a:ext cx="5550535" cy="3611880"/>
            </a:xfrm>
            <a:prstGeom prst="rect">
              <a:avLst/>
            </a:prstGeom>
          </p:spPr>
        </p:pic>
      </p:grpSp>
      <p:pic>
        <p:nvPicPr>
          <p:cNvPr id="12" name="Google Shape;134;p25">
            <a:extLst>
              <a:ext uri="{FF2B5EF4-FFF2-40B4-BE49-F238E27FC236}">
                <a16:creationId xmlns:a16="http://schemas.microsoft.com/office/drawing/2014/main" id="{525FEEC0-4156-F4B4-CD0D-901799FA9FA2}"/>
              </a:ext>
            </a:extLst>
          </p:cNvPr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5972176" y="57215"/>
            <a:ext cx="4800600" cy="73635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192962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D7E02-2EF5-D343-C5A2-BF1619EC2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alternative 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AA433D9-0178-1998-CB44-5D329F9A5FD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711303" y="1244009"/>
            <a:ext cx="6624084" cy="4614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0822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02C4E-B1DC-A16F-2AE8-F183C30CB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Optimisation of the developed solution: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4DE6A5-C5B6-BFE6-8F7F-F9E28AD5CD46}"/>
              </a:ext>
            </a:extLst>
          </p:cNvPr>
          <p:cNvSpPr txBox="1"/>
          <p:nvPr/>
        </p:nvSpPr>
        <p:spPr>
          <a:xfrm>
            <a:off x="838200" y="1690688"/>
            <a:ext cx="60960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AutoNum type="arabicPeriod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accurate equivalent circuit model .</a:t>
            </a:r>
          </a:p>
          <a:p>
            <a:pPr marL="342900" indent="-342900" algn="just">
              <a:buAutoNum type="arabicPeriod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Add SoC and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SoH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estimation blocks.</a:t>
            </a:r>
          </a:p>
          <a:p>
            <a:pPr marL="342900" indent="-342900" algn="just">
              <a:buAutoNum type="arabicPeriod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 thermal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buAutoNum type="arabicPeriod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Optimize BMS logic with filters </a:t>
            </a:r>
          </a:p>
          <a:p>
            <a:pPr marL="342900" indent="-342900" algn="just">
              <a:buAutoNum type="arabicPeriod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Simulate realistic load/drive cycles.</a:t>
            </a:r>
          </a:p>
          <a:p>
            <a:pPr marL="342900" indent="-342900" algn="just">
              <a:buAutoNum type="arabicPeriod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 model simplification for faster runs.</a:t>
            </a:r>
          </a:p>
          <a:p>
            <a:pPr marL="342900" indent="-342900" algn="just">
              <a:buAutoNum type="arabicPeriod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parameter tuning.</a:t>
            </a:r>
          </a:p>
        </p:txBody>
      </p:sp>
      <p:pic>
        <p:nvPicPr>
          <p:cNvPr id="7" name="Google Shape;134;p25">
            <a:extLst>
              <a:ext uri="{FF2B5EF4-FFF2-40B4-BE49-F238E27FC236}">
                <a16:creationId xmlns:a16="http://schemas.microsoft.com/office/drawing/2014/main" id="{516FB630-B6C2-3E04-2DCD-98628915E358}"/>
              </a:ext>
            </a:extLst>
          </p:cNvPr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6410632" y="57215"/>
            <a:ext cx="5781368" cy="73635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717463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8AB0E-D407-88A6-7EB4-DD5514C10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Circuit diagram</a:t>
            </a:r>
          </a:p>
        </p:txBody>
      </p:sp>
      <p:pic>
        <p:nvPicPr>
          <p:cNvPr id="7" name="Picture 6" descr="A diagram of a computer circuit&#10;&#10;AI-generated content may be incorrect.">
            <a:extLst>
              <a:ext uri="{FF2B5EF4-FFF2-40B4-BE49-F238E27FC236}">
                <a16:creationId xmlns:a16="http://schemas.microsoft.com/office/drawing/2014/main" id="{55EC6143-6638-45E0-1F22-071CC8B36A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1859" y="2216873"/>
            <a:ext cx="7610908" cy="5395850"/>
          </a:xfrm>
          <a:prstGeom prst="rect">
            <a:avLst/>
          </a:prstGeom>
        </p:spPr>
      </p:pic>
      <p:pic>
        <p:nvPicPr>
          <p:cNvPr id="8" name="Google Shape;134;p25">
            <a:extLst>
              <a:ext uri="{FF2B5EF4-FFF2-40B4-BE49-F238E27FC236}">
                <a16:creationId xmlns:a16="http://schemas.microsoft.com/office/drawing/2014/main" id="{8F79ADD5-AC17-2A09-69A9-BDE4FA9A99B1}"/>
              </a:ext>
            </a:extLst>
          </p:cNvPr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6410632" y="57215"/>
            <a:ext cx="4705043" cy="73635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442858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6BB64-E341-9DB5-1963-EC5796B88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 chart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BCFABA1-8E34-0B3B-41AB-1E3036C75FB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055273" y="1509646"/>
            <a:ext cx="5699760" cy="5135880"/>
          </a:xfrm>
          <a:prstGeom prst="rect">
            <a:avLst/>
          </a:prstGeom>
        </p:spPr>
      </p:pic>
      <p:pic>
        <p:nvPicPr>
          <p:cNvPr id="4" name="Google Shape;134;p25">
            <a:extLst>
              <a:ext uri="{FF2B5EF4-FFF2-40B4-BE49-F238E27FC236}">
                <a16:creationId xmlns:a16="http://schemas.microsoft.com/office/drawing/2014/main" id="{94729C0F-F2BF-A785-7246-6E6147D157B9}"/>
              </a:ext>
            </a:extLst>
          </p:cNvPr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6410632" y="57215"/>
            <a:ext cx="4705043" cy="73635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101240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D74D3-57B8-E80D-BB32-197A7167E0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3925" y="302109"/>
            <a:ext cx="10515600" cy="1325563"/>
          </a:xfrm>
        </p:spPr>
        <p:txBody>
          <a:bodyPr>
            <a:normAutofit/>
          </a:bodyPr>
          <a:lstStyle/>
          <a:p>
            <a:pPr algn="just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of the result: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A5718FC-E641-6D63-65CF-4341A128E05D}"/>
              </a:ext>
            </a:extLst>
          </p:cNvPr>
          <p:cNvSpPr txBox="1"/>
          <p:nvPr/>
        </p:nvSpPr>
        <p:spPr>
          <a:xfrm>
            <a:off x="838200" y="1518302"/>
            <a:ext cx="609600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1.Charging:  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Voltage and SOC increased steadily.  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Displayed typical Constant Current–Constant Voltage (CC-CV)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908C188-20A9-3BB3-AC53-10263DFD4C96}"/>
              </a:ext>
            </a:extLst>
          </p:cNvPr>
          <p:cNvSpPr txBox="1"/>
          <p:nvPr/>
        </p:nvSpPr>
        <p:spPr>
          <a:xfrm>
            <a:off x="838200" y="2386684"/>
            <a:ext cx="609600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2.Discharging: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Voltage dropped gradually as SOC decreased.  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Delivered energy matched expected output.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43B0618-7F14-6E13-66BA-EFF4C31EDDD4}"/>
              </a:ext>
            </a:extLst>
          </p:cNvPr>
          <p:cNvSpPr txBox="1"/>
          <p:nvPr/>
        </p:nvSpPr>
        <p:spPr>
          <a:xfrm>
            <a:off x="828675" y="3348587"/>
            <a:ext cx="6096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3.Under Load Variations: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Higher loads caused faster voltage drops and reduced efficiency.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6FC08CA-7C28-234C-3ED4-BBA321A15164}"/>
              </a:ext>
            </a:extLst>
          </p:cNvPr>
          <p:cNvSpPr txBox="1"/>
          <p:nvPr/>
        </p:nvSpPr>
        <p:spPr>
          <a:xfrm>
            <a:off x="828675" y="4001526"/>
            <a:ext cx="609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4.Under Temperature Variations: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temperatures increased resistance and reduced performance.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temperatures risked overheating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20" name="Google Shape;134;p25">
            <a:extLst>
              <a:ext uri="{FF2B5EF4-FFF2-40B4-BE49-F238E27FC236}">
                <a16:creationId xmlns:a16="http://schemas.microsoft.com/office/drawing/2014/main" id="{B172E044-3330-639E-2368-D3A4D74E64FE}"/>
              </a:ext>
            </a:extLst>
          </p:cNvPr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6410632" y="57215"/>
            <a:ext cx="5781368" cy="73635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8662391-21F3-4B9D-F211-98069D9C45B5}"/>
              </a:ext>
            </a:extLst>
          </p:cNvPr>
          <p:cNvSpPr txBox="1"/>
          <p:nvPr/>
        </p:nvSpPr>
        <p:spPr>
          <a:xfrm>
            <a:off x="828675" y="4963429"/>
            <a:ext cx="6096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5.Conclusion: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IN" sz="1200" dirty="0"/>
              <a:t> 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effectively simulates real battery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supports design optimization.</a:t>
            </a:r>
          </a:p>
        </p:txBody>
      </p:sp>
    </p:spTree>
    <p:extLst>
      <p:ext uri="{BB962C8B-B14F-4D97-AF65-F5344CB8AC3E}">
        <p14:creationId xmlns:p14="http://schemas.microsoft.com/office/powerpoint/2010/main" val="39775075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E543D-D4A7-C660-8720-63DB35D2D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27591"/>
            <a:ext cx="10515600" cy="925033"/>
          </a:xfrm>
        </p:spPr>
        <p:txBody>
          <a:bodyPr>
            <a:normAutofit/>
          </a:bodyPr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model connection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45F2AB-DB5B-DCCD-BD3F-A56F0B3491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09649" y="863946"/>
            <a:ext cx="8347841" cy="4950373"/>
          </a:xfrm>
        </p:spPr>
        <p:txBody>
          <a:bodyPr>
            <a:normAutofit fontScale="25000" lnSpcReduction="20000"/>
          </a:bodyPr>
          <a:lstStyle/>
          <a:p>
            <a:pPr algn="just">
              <a:buNone/>
            </a:pP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Microcontroller: Raspberry Pi Pico (PICO)</a:t>
            </a:r>
          </a:p>
          <a:p>
            <a:pPr algn="just">
              <a:buNone/>
            </a:pP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Powered with </a:t>
            </a: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+3.3V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GND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the top power rails.</a:t>
            </a:r>
          </a:p>
          <a:p>
            <a:pPr algn="just">
              <a:buNone/>
            </a:pP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I/O Pin Connections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GP2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:Connected to RELAY_BATT control circuit and VOLTGTA relay coil.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GP4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:Connected to the LCD (used for I2C – likely SDA).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GP10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:Controls the </a:t>
            </a: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Buzzer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GP27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:Connected to RELAY_NORM and VOL8ENT relay coil.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GP28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:Connected to RELAY_FAST and TEMPERATA relay coil.</a:t>
            </a:r>
          </a:p>
          <a:p>
            <a:pPr algn="just">
              <a:buNone/>
            </a:pP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Rails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+3.3V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:Connected to LCD and possibly sensors.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+5V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:Used for FIRE detection and power for relay coils and emergency/generator.</a:t>
            </a:r>
          </a:p>
          <a:p>
            <a:pPr algn="just">
              <a:buNone/>
            </a:pP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LCD </a:t>
            </a:r>
            <a:r>
              <a:rPr lang="en-US" sz="4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Display:</a:t>
            </a:r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Connected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via I2C to </a:t>
            </a: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GP4 (SDA)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GP8 (SCL)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4800" b="1" dirty="0"/>
              <a:t> LED Indicators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4800" b="1" dirty="0"/>
              <a:t>Red, Green LEDs</a:t>
            </a:r>
            <a:r>
              <a:rPr lang="en-US" sz="4800" dirty="0"/>
              <a:t>: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4800" dirty="0"/>
              <a:t>For status indication (Red = Error or Fire, Green = Normal).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4800" b="1" dirty="0"/>
              <a:t>13V</a:t>
            </a:r>
            <a:r>
              <a:rPr lang="en-US" sz="4800" dirty="0"/>
              <a:t> and </a:t>
            </a:r>
            <a:r>
              <a:rPr lang="en-US" sz="4800" b="1" dirty="0"/>
              <a:t>VOLTX</a:t>
            </a:r>
            <a:r>
              <a:rPr lang="en-US" sz="4800" dirty="0"/>
              <a:t> indicators also shown.</a:t>
            </a:r>
          </a:p>
          <a:p>
            <a:pPr algn="just">
              <a:buNone/>
            </a:pPr>
            <a:r>
              <a:rPr lang="en-US" sz="4800" b="1" dirty="0"/>
              <a:t>Relays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4800" b="1" dirty="0"/>
              <a:t>RELAY_BATT</a:t>
            </a:r>
            <a:r>
              <a:rPr lang="en-US" sz="4800" dirty="0"/>
              <a:t> (controlled by GP2)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4800" b="1" dirty="0"/>
              <a:t>RELAY_NORM</a:t>
            </a:r>
            <a:r>
              <a:rPr lang="en-US" sz="4800" dirty="0"/>
              <a:t> (controlled by GP27)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4800" b="1" dirty="0"/>
              <a:t>RELAY_FAST</a:t>
            </a:r>
            <a:r>
              <a:rPr lang="en-US" sz="4800" dirty="0"/>
              <a:t> (controlled by GP28)</a:t>
            </a:r>
          </a:p>
          <a:p>
            <a:pPr algn="just">
              <a:buNone/>
            </a:pPr>
            <a:endParaRPr lang="en-US" sz="4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endParaRPr lang="en-US" sz="7200" dirty="0"/>
          </a:p>
          <a:p>
            <a:endParaRPr lang="en-IN" dirty="0"/>
          </a:p>
        </p:txBody>
      </p:sp>
      <p:pic>
        <p:nvPicPr>
          <p:cNvPr id="4" name="Google Shape;134;p25">
            <a:extLst>
              <a:ext uri="{FF2B5EF4-FFF2-40B4-BE49-F238E27FC236}">
                <a16:creationId xmlns:a16="http://schemas.microsoft.com/office/drawing/2014/main" id="{05EDC425-39AF-B671-C39C-7E04D39F46A9}"/>
              </a:ext>
            </a:extLst>
          </p:cNvPr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6781800" y="0"/>
            <a:ext cx="4200526" cy="73635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398886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518A4-443E-2D33-7EA9-77D54A7E3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model</a:t>
            </a:r>
            <a:endParaRPr lang="en-IN" sz="1600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4069ADC-15D7-2EEA-687F-5B0BC99B167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619832" y="1604175"/>
            <a:ext cx="4769950" cy="4772934"/>
          </a:xfrm>
        </p:spPr>
      </p:pic>
    </p:spTree>
    <p:extLst>
      <p:ext uri="{BB962C8B-B14F-4D97-AF65-F5344CB8AC3E}">
        <p14:creationId xmlns:p14="http://schemas.microsoft.com/office/powerpoint/2010/main" val="16354577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CA59389-7A01-B6BE-D7DC-267C80A6DE1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021976" y="1358278"/>
            <a:ext cx="8193742" cy="5238750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915A00C9-9B01-E2B7-3019-3F6C610E9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 Table</a:t>
            </a:r>
          </a:p>
        </p:txBody>
      </p:sp>
    </p:spTree>
    <p:extLst>
      <p:ext uri="{BB962C8B-B14F-4D97-AF65-F5344CB8AC3E}">
        <p14:creationId xmlns:p14="http://schemas.microsoft.com/office/powerpoint/2010/main" val="35725638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4"/>
          <p:cNvSpPr txBox="1"/>
          <p:nvPr/>
        </p:nvSpPr>
        <p:spPr>
          <a:xfrm>
            <a:off x="4724400" y="303847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THANK YOU..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213</TotalTime>
  <Words>781</Words>
  <Application>Microsoft Office PowerPoint</Application>
  <PresentationFormat>Widescreen</PresentationFormat>
  <Paragraphs>100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       Introduction:</vt:lpstr>
      <vt:lpstr>       Problem Statement:</vt:lpstr>
      <vt:lpstr>       Objectives:</vt:lpstr>
      <vt:lpstr>Simulation of Battery Pack:</vt:lpstr>
      <vt:lpstr>       Methodology:</vt:lpstr>
      <vt:lpstr>Functional block diagram</vt:lpstr>
      <vt:lpstr>Design alternative </vt:lpstr>
      <vt:lpstr>Optimisation of the developed solution:</vt:lpstr>
      <vt:lpstr>Circuit diagram</vt:lpstr>
      <vt:lpstr>Flow chart</vt:lpstr>
      <vt:lpstr>Analysis of the result:</vt:lpstr>
      <vt:lpstr>Hardware model connection</vt:lpstr>
      <vt:lpstr>Hardware model</vt:lpstr>
      <vt:lpstr>Observation Table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suma daddimani</dc:creator>
  <cp:lastModifiedBy>pooja patil</cp:lastModifiedBy>
  <cp:revision>14</cp:revision>
  <dcterms:created xsi:type="dcterms:W3CDTF">2024-11-22T05:15:00Z</dcterms:created>
  <dcterms:modified xsi:type="dcterms:W3CDTF">2025-06-11T08:11:32Z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1FA5A470D2A349D583995BB6FB302442_12</vt:lpwstr>
  </property>
  <property fmtid="{D5CDD505-2E9C-101B-9397-08002B2CF9AE}" pid="3" name="KSOProductBuildVer">
    <vt:lpwstr>1033-12.2.0.20795</vt:lpwstr>
  </property>
</Properties>
</file>